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35</c:v>
                </c:pt>
                <c:pt idx="2">
                  <c:v>48</c:v>
                </c:pt>
                <c:pt idx="3">
                  <c:v>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这里介绍全球储能市场的整体情况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总结要点并展望未来方向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储能技术研究综述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2024年度课题进展汇报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第一章 研究背景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全球储能市场概况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• 2024年全球储能装机达62GW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年增长率超过75%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• 中国占比超过50%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装机容量趋势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过去四年储能装机容量呈指数增长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锂电池 vs 钠电池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锂电池优势：</a:t>
            </a:r>
          </a:p>
          <a:p>
            <a:pPr>
              <a:defRPr sz="1600"/>
            </a:pPr>
            <a:r>
              <a:t>• 能量密度高</a:t>
            </a:r>
          </a:p>
          <a:p>
            <a:pPr>
              <a:defRPr sz="1600"/>
            </a:pPr>
            <a:r>
              <a:t>• 技术成熟</a:t>
            </a:r>
          </a:p>
          <a:p>
            <a:pPr>
              <a:defRPr sz="1600"/>
            </a:pPr>
            <a:r>
              <a:t>• 产业链完善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钠电池优势：</a:t>
            </a:r>
          </a:p>
          <a:p>
            <a:pPr>
              <a:defRPr sz="1600"/>
            </a:pPr>
            <a:r>
              <a:t>• 成本低30%</a:t>
            </a:r>
          </a:p>
          <a:p>
            <a:pPr>
              <a:defRPr sz="1600"/>
            </a:pPr>
            <a:r>
              <a:t>• 资源丰富</a:t>
            </a:r>
          </a:p>
          <a:p>
            <a:pPr>
              <a:defRPr sz="1600"/>
            </a:pPr>
            <a:r>
              <a:t>• 低温性能好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未来五年储能技术发展方向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999999"/>
                </a:solidFill>
              </a:defRPr>
            </a:pPr>
            <a:r>
              <a:t>[Image: 储能技术路线图时间轴]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BC0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1. 储能市场持续高速增长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钠电池有望成为重要补充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系统集成是下一个挑战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