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V2 Final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Registry-driven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Line 1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Line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