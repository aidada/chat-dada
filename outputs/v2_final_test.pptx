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C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V2 Final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Registry-driven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7BC0"/>
                </a:solidFill>
              </a:defRPr>
            </a:pPr>
            <a:r>
              <a:t>Page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Line 1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Line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