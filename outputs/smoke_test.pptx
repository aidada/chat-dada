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Hello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Smoke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Line 1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Line 2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Line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Chart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Some data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