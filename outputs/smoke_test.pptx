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GW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20</c:v>
                </c:pt>
                <c:pt idx="2">
                  <c:v>30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C7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Hello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Smoke Test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7BC0"/>
                </a:solidFill>
              </a:defRPr>
            </a:pPr>
            <a:r>
              <a:t>Page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Line 1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Line 2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Line 3</a:t>
            </a:r>
          </a:p>
        </p:txBody>
      </p:sp>
    </p:spTree>
  </p:cSld>
  <p:clrMapOvr>
    <a:masterClrMapping/>
  </p:clrMapOvr>
</p:sld>
</file>

<file path=ppt/slides/slide3.xml><?xml version="1.0" encoding="utf-8"?>
<p:sld xmlns:c="http://schemas.openxmlformats.org/drawingml/2006/chart"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7BC0"/>
                </a:solidFill>
              </a:defRPr>
            </a:pPr>
            <a:r>
              <a:t>Chart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33333"/>
                </a:solidFill>
              </a:defRPr>
            </a:pPr>
            <a:r>
              <a:t>Some data analysis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943600" y="1371600"/>
          <a:ext cx="54864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